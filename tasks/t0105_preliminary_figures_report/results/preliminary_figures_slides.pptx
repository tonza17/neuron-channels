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tasks/t0070_writeup_two_model_beds/results/results_detailed.md lines 120-134 (Bed A) and 405-415 (Bed B). Rendered fresh via matplotlib mathtext.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tasks/t0070_writeup_two_model_beds/results/results_detailed.md lines 158-169. Bed A driver: t0008 ModelDB 189347.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tasks/t0070_writeup_two_model_beds/results/results_detailed.md lines 452-465. Bed B driver: t0024 de Rosenroll 2026 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copied verbatim from tasks/t0070_writeup_two_model_beds/results/images/bed_a_morphology.png.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copied verbatim from tasks/t0070_writeup_two_model_beds/results/images/bed_b_morphology.png.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tasks/t0046_reproduce_poleg_polsky_2016_exact/results/data/fig1_psp.csv; mean peak_psp_mv across 4 trial seeds, gnmda_ns=0.5.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tasks/t0066_t0024_epsp_ipsp_vm_protocol/data/voltage_traces.csv; peak Vm of FULL-mode traces, mean across trials.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tasks/t0065_t0020_epsp_ipsp_vm_protocol/data/voltage_traces.csv (Bed A) and tasks/t0066_t0024_epsp_ipsp_vm_protocol/data/voltage_traces.csv (Bed B). Recomposed from raw CSV for unified axes.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tasks/t0067_t0065_soma_channel_addition_sweep/data/dsi_by_condition.json (16 conditions); tasks/t0068_t0067_nav16_kv3_coexpression_rescue/data/dsi_by_condition.json (9 conditions); tasks/t0069_t0067_ais_localised_channel_sweep/data/dsi_by_condition.json (16 conditions).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tasks/t0102_seedscale_n4_gen20/results/data/pareto_front_seed{44,55}.json (60 cells total). Morphology slice uses vector_68d[54:] per t0100 correction. Polar uses pd_rate_hz as PD radius and pd_rate_hz*(1-dsi) as ND radius (two-point).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Reason for deferral: t0104 is still in_progress. The follow-up suggestion is captured in the orchestrator-written results/suggestions.json. No source data available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Figure 1 -- Hodgkin-Huxley membrane equations (Bed A and Bed B)</a:t>
            </a:r>
          </a:p>
        </p:txBody>
      </p:sp>
      <p:pic>
        <p:nvPicPr>
          <p:cNvPr id="3" name="Picture 2" descr="fig01_hh_equ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844" y="1097280"/>
            <a:ext cx="6382006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/>
              <a:t>Canonical HH equation plus per-channel current decompositions.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Figure 2a -- Bed A conductance audit (11 rows)</a:t>
            </a:r>
          </a:p>
        </p:txBody>
      </p:sp>
      <p:pic>
        <p:nvPicPr>
          <p:cNvPr id="3" name="Picture 2" descr="fig02_conductance_table_bed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60175" cy="40350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/>
              <a:t>Per-channel gbar, E_rev, V_half_act, tau_m, V_half_inact, tau_h with code:line provenance.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Figure 2b -- Bed B conductance audit (12 rows)</a:t>
            </a:r>
          </a:p>
        </p:txBody>
      </p:sp>
      <p:pic>
        <p:nvPicPr>
          <p:cNvPr id="3" name="Picture 2" descr="fig02_conductance_table_bed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60175" cy="43460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/>
              <a:t>Bed B per-tier conductances (soma / primary / non-terminal / terminal) plus cad calcium-decay shell.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Figure 3a -- Bed A morphology</a:t>
            </a:r>
          </a:p>
        </p:txBody>
      </p:sp>
      <p:pic>
        <p:nvPicPr>
          <p:cNvPr id="3" name="Picture 2" descr="fig03_bed_a_morph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1097280"/>
            <a:ext cx="822960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/>
              <a:t>Bed A radial-fan dendritic schematic (illustrative).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Figure 3b -- Bed B morphology</a:t>
            </a:r>
          </a:p>
        </p:txBody>
      </p:sp>
      <p:pic>
        <p:nvPicPr>
          <p:cNvPr id="3" name="Picture 2" descr="fig03_bed_b_morph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1097280"/>
            <a:ext cx="822960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/>
              <a:t>Bed B radial-fan dendritic schematic (illustrative).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Figure 4a -- Bed A two-point polar synaptic (PD vs ND)</a:t>
            </a:r>
          </a:p>
        </p:txBody>
      </p:sp>
      <p:pic>
        <p:nvPicPr>
          <p:cNvPr id="3" name="Picture 2" descr="fig04_polar_synaptic_bed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540" y="1097280"/>
            <a:ext cx="5288614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/>
              <a:t>Two-point polar of mean peak PSP (mV). Full angular tuning was not measured for either bed.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Figure 4b -- Bed B two-point polar synaptic (PD vs ND)</a:t>
            </a:r>
          </a:p>
        </p:txBody>
      </p:sp>
      <p:pic>
        <p:nvPicPr>
          <p:cNvPr id="3" name="Picture 2" descr="fig04_polar_synaptic_bed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778" y="1097280"/>
            <a:ext cx="5262138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/>
              <a:t>Two-point polar of mean peak depolarisation (FULL mode). Two-point treatment because no per-angle CSV exists.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Figure 5 -- Somatic Vm three-mode overlays (2x2 bed x direction)</a:t>
            </a:r>
          </a:p>
        </p:txBody>
      </p:sp>
      <p:pic>
        <p:nvPicPr>
          <p:cNvPr id="3" name="Picture 2" descr="fig05_three_mode_overl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213" y="1097280"/>
            <a:ext cx="8603268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/>
              <a:t>EPSP_PASSIVE, IPSP_PASSIVE (HH off) and FULL (HH on) overlaid for {Bed A, Bed B} x {PD, ND}.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Figure 6 -- Channel-introduction effect on DSI</a:t>
            </a:r>
          </a:p>
        </p:txBody>
      </p:sp>
      <p:pic>
        <p:nvPicPr>
          <p:cNvPr id="3" name="Picture 2" descr="fig06_channel_effect_on_d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60175" cy="34828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/>
              <a:t>Unified panel combining t0067 soma sweep, t0068 Nav1.6+Kv3 rescue, and t0069 AIS-localised sweep, shared y-axis.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Figure 7 -- Top-5 Pareto cells (3-obj NSGA-II, t0102)</a:t>
            </a:r>
          </a:p>
        </p:txBody>
      </p:sp>
      <p:pic>
        <p:nvPicPr>
          <p:cNvPr id="3" name="Picture 2" descr="fig07_top5_pareto_3ob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747" y="1097280"/>
            <a:ext cx="2518201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/>
              <a:t>Top-5 cells by joint rank on (DSI, PD-rate, robustness) after pd_rate_hz &gt;= 5 Hz filter; morphology + two-point polar per cell.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Figure 7b -- DSI + PD 2-obj Pareto (DEFERRED)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Deferred until t0104_nsga2_2obj_dsi_pdrate_3seeds completes. A follow-up suggestion will be recorded for this panel.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